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Anton" pitchFamily="2" charset="-18"/>
      <p:regular r:id="rId6"/>
    </p:embeddedFont>
    <p:embeddedFont>
      <p:font typeface="Gilda Display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3886" b="-7388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963586" y="3112611"/>
            <a:ext cx="8370600" cy="10789950"/>
          </a:xfrm>
          <a:custGeom>
            <a:avLst/>
            <a:gdLst/>
            <a:ahLst/>
            <a:cxnLst/>
            <a:rect l="l" t="t" r="r" b="b"/>
            <a:pathLst>
              <a:path w="8370600" h="10789950">
                <a:moveTo>
                  <a:pt x="0" y="0"/>
                </a:moveTo>
                <a:lnTo>
                  <a:pt x="8370600" y="0"/>
                </a:lnTo>
                <a:lnTo>
                  <a:pt x="8370600" y="10789950"/>
                </a:lnTo>
                <a:lnTo>
                  <a:pt x="0" y="10789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6520345"/>
            <a:ext cx="5380935" cy="3766655"/>
          </a:xfrm>
          <a:custGeom>
            <a:avLst/>
            <a:gdLst/>
            <a:ahLst/>
            <a:cxnLst/>
            <a:rect l="l" t="t" r="r" b="b"/>
            <a:pathLst>
              <a:path w="5380935" h="3766655">
                <a:moveTo>
                  <a:pt x="0" y="0"/>
                </a:moveTo>
                <a:lnTo>
                  <a:pt x="5380935" y="0"/>
                </a:lnTo>
                <a:lnTo>
                  <a:pt x="5380935" y="3766655"/>
                </a:lnTo>
                <a:lnTo>
                  <a:pt x="0" y="3766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6" t="-54373" b="-3707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15837" y="622687"/>
            <a:ext cx="11256325" cy="1269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05"/>
              </a:lnSpc>
            </a:pPr>
            <a:r>
              <a:rPr lang="en-US" sz="9411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Anton"/>
                <a:ea typeface="Anton"/>
                <a:cs typeface="Anton"/>
                <a:sym typeface="Anton"/>
              </a:rPr>
              <a:t>DIGITAL SATELLITE TWIN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9580" y="5850766"/>
            <a:ext cx="4336709" cy="813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6099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Anton"/>
                <a:ea typeface="Anton"/>
                <a:cs typeface="Anton"/>
                <a:sym typeface="Anton"/>
              </a:rPr>
              <a:t>QUARTZ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68400" y="7916942"/>
            <a:ext cx="4194165" cy="18951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56"/>
              </a:lnSpc>
            </a:pP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Caloian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Cosmin</a:t>
            </a:r>
          </a:p>
          <a:p>
            <a:pPr algn="ctr">
              <a:lnSpc>
                <a:spcPts val="4956"/>
              </a:lnSpc>
            </a:pP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Chitu Emma-Elena</a:t>
            </a:r>
          </a:p>
          <a:p>
            <a:pPr algn="ctr">
              <a:lnSpc>
                <a:spcPts val="4956"/>
              </a:lnSpc>
            </a:pP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Stoica Ioan-Roberto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57400" y="478791"/>
            <a:ext cx="13335000" cy="3195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Simulated Satellite System</a:t>
            </a:r>
          </a:p>
          <a:p>
            <a:pPr algn="ctr">
              <a:lnSpc>
                <a:spcPts val="12880"/>
              </a:lnSpc>
            </a:pPr>
            <a:endParaRPr lang="en-US" sz="9200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-9939" y="4152900"/>
            <a:ext cx="13335000" cy="3170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64372" lvl="1" indent="-382186" algn="l">
              <a:lnSpc>
                <a:spcPts val="4956"/>
              </a:lnSpc>
              <a:buFont typeface="Arial"/>
              <a:buChar char="•"/>
            </a:pP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  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Colectează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date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în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timp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real la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fiecare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0.5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secunde</a:t>
            </a:r>
            <a:endParaRPr lang="en-US" sz="3540" dirty="0">
              <a:solidFill>
                <a:srgbClr val="FFFFFF"/>
              </a:solidFill>
              <a:latin typeface="Gilda Display"/>
              <a:ea typeface="Gilda Display"/>
              <a:cs typeface="Gilda Display"/>
              <a:sym typeface="Gilda Display"/>
            </a:endParaRPr>
          </a:p>
          <a:p>
            <a:pPr marL="764372" lvl="1" indent="-382186" algn="l">
              <a:lnSpc>
                <a:spcPts val="4956"/>
              </a:lnSpc>
              <a:buFont typeface="Arial"/>
              <a:buChar char="•"/>
            </a:pP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  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Monitorizează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temperatură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,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proximitate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și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orientare</a:t>
            </a:r>
            <a:endParaRPr lang="en-US" sz="3540" dirty="0">
              <a:solidFill>
                <a:srgbClr val="FFFFFF"/>
              </a:solidFill>
              <a:latin typeface="Gilda Display"/>
              <a:ea typeface="Gilda Display"/>
              <a:cs typeface="Gilda Display"/>
              <a:sym typeface="Gilda Display"/>
            </a:endParaRPr>
          </a:p>
          <a:p>
            <a:pPr marL="764372" lvl="1" indent="-382186" algn="l">
              <a:lnSpc>
                <a:spcPts val="4956"/>
              </a:lnSpc>
              <a:buFont typeface="Arial"/>
              <a:buChar char="•"/>
            </a:pP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  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Reacționează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automat la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schimbări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din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mediu</a:t>
            </a:r>
            <a:endParaRPr lang="en-US" sz="3540" dirty="0">
              <a:solidFill>
                <a:srgbClr val="FFFFFF"/>
              </a:solidFill>
              <a:latin typeface="Gilda Display"/>
              <a:ea typeface="Gilda Display"/>
              <a:cs typeface="Gilda Display"/>
              <a:sym typeface="Gilda Display"/>
            </a:endParaRPr>
          </a:p>
          <a:p>
            <a:pPr marL="764372" lvl="1" indent="-382186" algn="l">
              <a:lnSpc>
                <a:spcPts val="4956"/>
              </a:lnSpc>
              <a:buFont typeface="Arial"/>
              <a:buChar char="•"/>
            </a:pP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  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Activează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acțiuni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fizice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,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încălzire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vizuală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și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mișcare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servo</a:t>
            </a:r>
          </a:p>
          <a:p>
            <a:pPr marL="764372" lvl="1" indent="-382186" algn="l">
              <a:lnSpc>
                <a:spcPts val="4956"/>
              </a:lnSpc>
              <a:buFont typeface="Arial"/>
              <a:buChar char="•"/>
            </a:pP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  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Trimite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datele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către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interfața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web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pentru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monitorizare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36969" y="0"/>
            <a:ext cx="10254886" cy="10287000"/>
          </a:xfrm>
          <a:custGeom>
            <a:avLst/>
            <a:gdLst/>
            <a:ahLst/>
            <a:cxnLst/>
            <a:rect l="l" t="t" r="r" b="b"/>
            <a:pathLst>
              <a:path w="10254886" h="10287000">
                <a:moveTo>
                  <a:pt x="0" y="0"/>
                </a:moveTo>
                <a:lnTo>
                  <a:pt x="10254887" y="0"/>
                </a:lnTo>
                <a:lnTo>
                  <a:pt x="102548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19" b="-51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004344" y="4533343"/>
            <a:ext cx="4432758" cy="2957156"/>
          </a:xfrm>
          <a:custGeom>
            <a:avLst/>
            <a:gdLst/>
            <a:ahLst/>
            <a:cxnLst/>
            <a:rect l="l" t="t" r="r" b="b"/>
            <a:pathLst>
              <a:path w="4432758" h="2957156">
                <a:moveTo>
                  <a:pt x="0" y="0"/>
                </a:moveTo>
                <a:lnTo>
                  <a:pt x="4432759" y="0"/>
                </a:lnTo>
                <a:lnTo>
                  <a:pt x="4432759" y="2957155"/>
                </a:lnTo>
                <a:lnTo>
                  <a:pt x="0" y="29571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85800" y="419100"/>
            <a:ext cx="4307275" cy="2422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dirty="0" err="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Arhitectura</a:t>
            </a:r>
            <a:endParaRPr lang="en-US" sz="6999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477802" y="496771"/>
            <a:ext cx="13332396" cy="3195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 err="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Îmbunătățiri</a:t>
            </a:r>
            <a:r>
              <a:rPr lang="en-US" sz="920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9200" dirty="0" err="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și</a:t>
            </a:r>
            <a:r>
              <a:rPr lang="en-US" sz="9200" dirty="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9200" dirty="0" err="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Provocări</a:t>
            </a:r>
            <a:endParaRPr lang="en-US" sz="9200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ctr">
              <a:lnSpc>
                <a:spcPts val="12880"/>
              </a:lnSpc>
            </a:pPr>
            <a:endParaRPr lang="en-US" sz="9200" dirty="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0" y="2642626"/>
            <a:ext cx="10040987" cy="2500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4372" lvl="1" indent="-382186" algn="l">
              <a:lnSpc>
                <a:spcPts val="4956"/>
              </a:lnSpc>
              <a:buFont typeface="Arial"/>
              <a:buChar char="•"/>
            </a:pPr>
            <a:r>
              <a:rPr lang="en-US" sz="354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   GPS pentru poziționare reală</a:t>
            </a:r>
          </a:p>
          <a:p>
            <a:pPr marL="764372" lvl="1" indent="-382186" algn="l">
              <a:lnSpc>
                <a:spcPts val="4956"/>
              </a:lnSpc>
              <a:buFont typeface="Arial"/>
              <a:buChar char="•"/>
            </a:pPr>
            <a:r>
              <a:rPr lang="en-US" sz="354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   Sistem de securitate </a:t>
            </a:r>
          </a:p>
          <a:p>
            <a:pPr marL="764372" lvl="1" indent="-382186" algn="l">
              <a:lnSpc>
                <a:spcPts val="4956"/>
              </a:lnSpc>
              <a:buFont typeface="Arial"/>
              <a:buChar char="•"/>
            </a:pPr>
            <a:r>
              <a:rPr lang="en-US" sz="354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   Sistem de predicție pe baza datelor colectate</a:t>
            </a:r>
          </a:p>
          <a:p>
            <a:pPr marL="764372" lvl="1" indent="-382186" algn="l">
              <a:lnSpc>
                <a:spcPts val="4956"/>
              </a:lnSpc>
              <a:buFont typeface="Arial"/>
              <a:buChar char="•"/>
            </a:pPr>
            <a:r>
              <a:rPr lang="en-US" sz="354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   Testarea sistemului în conditii critice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36443" y="6583314"/>
            <a:ext cx="11227891" cy="1872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4372" lvl="1" indent="-382186" algn="l">
              <a:lnSpc>
                <a:spcPts val="4956"/>
              </a:lnSpc>
              <a:buFont typeface="Arial"/>
              <a:buChar char="•"/>
            </a:pP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  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Comunicare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stabila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între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ESP32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și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Raspberry Pi    </a:t>
            </a:r>
          </a:p>
          <a:p>
            <a:pPr marL="764372" lvl="1" indent="-382186" algn="l">
              <a:lnSpc>
                <a:spcPts val="4956"/>
              </a:lnSpc>
              <a:buFont typeface="Arial"/>
              <a:buChar char="•"/>
            </a:pP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  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Gestionare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erori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hardware </a:t>
            </a:r>
          </a:p>
          <a:p>
            <a:pPr marL="764372" lvl="1" indent="-382186" algn="l">
              <a:lnSpc>
                <a:spcPts val="4956"/>
              </a:lnSpc>
              <a:buFont typeface="Arial"/>
              <a:buChar char="•"/>
            </a:pP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   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Lucru</a:t>
            </a:r>
            <a:r>
              <a:rPr lang="en-US" sz="3540" dirty="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 contra-</a:t>
            </a:r>
            <a:r>
              <a:rPr lang="en-US" sz="3540" dirty="0" err="1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timp</a:t>
            </a:r>
            <a:endParaRPr lang="en-US" sz="3540" dirty="0">
              <a:solidFill>
                <a:srgbClr val="FFFFFF"/>
              </a:solidFill>
              <a:latin typeface="Gilda Display"/>
              <a:ea typeface="Gilda Display"/>
              <a:cs typeface="Gilda Display"/>
              <a:sym typeface="Gilda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</Words>
  <Application>Microsoft Office PowerPoint</Application>
  <PresentationFormat>Custom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Anton</vt:lpstr>
      <vt:lpstr>Gilda Display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QUARTZ</dc:title>
  <cp:lastModifiedBy>Ionut Stk</cp:lastModifiedBy>
  <cp:revision>8</cp:revision>
  <dcterms:created xsi:type="dcterms:W3CDTF">2006-08-16T00:00:00Z</dcterms:created>
  <dcterms:modified xsi:type="dcterms:W3CDTF">2026-04-24T23:56:26Z</dcterms:modified>
  <dc:identifier>DAHHzQBxhpw</dc:identifier>
</cp:coreProperties>
</file>